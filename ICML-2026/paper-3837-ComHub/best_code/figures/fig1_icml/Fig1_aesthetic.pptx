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826F8-A0C9-26E8-33A4-ADD063119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94BF09-5148-367B-40D1-37BB1CA37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5F8688-5BF9-8228-CC6F-E4A4FBC0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CBBBA3-7C9B-6B18-BFA7-ECD166E6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A9836-B851-DD2D-C5D0-BC41D6DE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7904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0B8E9-2CA4-5EA3-6F74-B3928998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6141F2-CBC5-C03C-FD18-A82BE27E0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4FE7D8-A419-05A4-E2C8-B798B970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D2DBA-9224-BDBD-3EAC-6389D89C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474033-E6CE-11CB-7B25-3CE58667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8439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3D458-EA37-A280-E32C-6EE37EC9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D9E554-AC9D-43C3-A3F8-310D3CA9D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630C69-D73C-9405-50B5-C9725ECB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FC8C39-55EE-4F05-5214-89222D43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EBA216-E8B0-7D11-7BD1-64B57173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1134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6FD46-F247-4A67-9B86-21993DCC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5AC255-B108-7507-6522-597CE4140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FD2587-27BA-2FE0-E6A6-905E8749A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42FB53-3404-33FB-2035-286C4307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28542B-82C5-B63D-AF29-93190E95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2665E-B319-AE21-C206-FBF753DC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7243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7000F-038B-D297-2289-3B3584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A7E02D-75C7-D4B3-4CCA-7F8614FF9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596A51-9F42-22F2-F0A5-493839694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A5A677-2AED-4652-2B5D-C325E38F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E55B6D-771A-5C37-2796-CAB0BCDB2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1600C8-814F-E4E5-8D77-FA5A3B01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071353-45A0-8583-59DC-6F72E216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95664F-7CAF-FF04-28E2-698C7B9B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705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134F4-563E-12B2-4221-62540E75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F6EFBE-85F8-098F-1EDC-DA3949E7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C16981-2C06-80EE-662D-15A101EFE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000A6B-A5F8-9097-C3C8-AEBCF835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1938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4D022A-55EB-397D-3733-A07D9E5F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36C4AE-CFB1-D549-5E84-4C2117F6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ED8FD1-7C38-68D8-711F-8DC56573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1883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145DF-D02D-7094-8164-58535034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BFF82A-C1D1-3403-B20E-9DD4A89F0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EABED5-62FC-94FD-F6A5-3B95ABED4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02B9D5-3C97-7328-5834-88437BE9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143919-C94B-C974-F629-CACCFA44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4BE11-5A03-7ADF-BFC9-519548FD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6114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59FEF-7B2E-E85B-F098-B45E1CDF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58B293-6BE6-BBEE-D77D-FB17CABFF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CB1D7F-3218-4DCF-5000-A0EA4C945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F29F00-436E-C54B-C199-DF82A256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FF112E-7087-B2C0-69C6-D915C480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3D6DD-01E3-90C4-3347-3263CD61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6191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6AEC6-5E49-D0E3-611F-E858275A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FF482D-BBFA-61C2-1648-AA6A4E8BB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052F7F-4EF1-53CE-61D7-83AF4BDA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F94FD-EEC2-CCA3-F321-6EE52196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EAE4AF-5534-164B-D3BE-B4CE9EE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371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031A8C-D9E5-60DD-5042-678EC7F2B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CE6617-A06C-4BB9-F691-42A92D1F1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EE8D9-1F26-B5E6-730C-9729E780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ABC4BE-D54D-02EC-82D1-A1C0437E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9096D4-897A-1AB5-BB70-FA8AB465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070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D218FF1-CBF4-839A-BA7F-FABBC089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46F5B7-62C5-FE0B-8349-C5CEE743D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4F93C2-CF99-F38A-7E29-334E70F54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F3C76-2E6E-472F-BA68-564A93D83D9B}" type="datetimeFigureOut">
              <a:rPr lang="es-419" smtClean="0"/>
              <a:t>21/1/2026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53BD91-4638-7325-C0D5-908C0FFB9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43719E-8E92-37AA-D023-999C267FB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4B7F7-1326-46C4-97DA-CC2C80AB6B9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098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494633DE-8831-5C00-C858-3E2F2E5DCB07}"/>
              </a:ext>
            </a:extLst>
          </p:cNvPr>
          <p:cNvSpPr/>
          <p:nvPr/>
        </p:nvSpPr>
        <p:spPr>
          <a:xfrm>
            <a:off x="4082717" y="280738"/>
            <a:ext cx="2267318" cy="63366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15" name="Imagen 1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756F1221-DE21-27BF-4055-7857BBA1B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985" y="972448"/>
            <a:ext cx="1848108" cy="1857634"/>
          </a:xfrm>
          <a:prstGeom prst="rect">
            <a:avLst/>
          </a:prstGeom>
        </p:spPr>
      </p:pic>
      <p:pic>
        <p:nvPicPr>
          <p:cNvPr id="17" name="Imagen 1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E24A8F64-2BA6-3854-73B8-88A4BEB0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33" y="972448"/>
            <a:ext cx="1838582" cy="1857634"/>
          </a:xfrm>
          <a:prstGeom prst="rect">
            <a:avLst/>
          </a:prstGeom>
        </p:spPr>
      </p:pic>
      <p:pic>
        <p:nvPicPr>
          <p:cNvPr id="20" name="Imagen 19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1C5CF532-A0F7-70D1-23DF-BCDDA3985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01" y="962921"/>
            <a:ext cx="1848108" cy="1867161"/>
          </a:xfrm>
          <a:prstGeom prst="rect">
            <a:avLst/>
          </a:prstGeom>
        </p:spPr>
      </p:pic>
      <p:pic>
        <p:nvPicPr>
          <p:cNvPr id="22" name="Imagen 2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B2BAAA5-F5A3-BDAF-309A-767CF56BF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8595" y="981974"/>
            <a:ext cx="1829055" cy="1848108"/>
          </a:xfrm>
          <a:prstGeom prst="rect">
            <a:avLst/>
          </a:prstGeom>
        </p:spPr>
      </p:pic>
      <p:pic>
        <p:nvPicPr>
          <p:cNvPr id="25" name="Imagen 2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03FD1A72-1E9C-E905-95E3-5F0EEA568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9985" y="3679569"/>
            <a:ext cx="1848108" cy="1857634"/>
          </a:xfrm>
          <a:prstGeom prst="rect">
            <a:avLst/>
          </a:prstGeom>
        </p:spPr>
      </p:pic>
      <p:pic>
        <p:nvPicPr>
          <p:cNvPr id="27" name="Imagen 2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39366F53-77A7-E6CE-0E63-378480E02E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533" y="3679569"/>
            <a:ext cx="1848108" cy="1857634"/>
          </a:xfrm>
          <a:prstGeom prst="rect">
            <a:avLst/>
          </a:prstGeom>
        </p:spPr>
      </p:pic>
      <p:pic>
        <p:nvPicPr>
          <p:cNvPr id="30" name="Imagen 29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663A717C-B255-3A22-0053-7B02AF96D8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801" y="3679569"/>
            <a:ext cx="1848108" cy="1857634"/>
          </a:xfrm>
          <a:prstGeom prst="rect">
            <a:avLst/>
          </a:prstGeom>
        </p:spPr>
      </p:pic>
      <p:pic>
        <p:nvPicPr>
          <p:cNvPr id="33" name="Imagen 3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381879-B853-579B-4853-371CB07FE3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8595" y="3674806"/>
            <a:ext cx="1838582" cy="18481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3C243B3-399A-21E5-9CDC-2762382A5235}"/>
                  </a:ext>
                </a:extLst>
              </p:cNvPr>
              <p:cNvSpPr txBox="1"/>
              <p:nvPr/>
            </p:nvSpPr>
            <p:spPr>
              <a:xfrm>
                <a:off x="2478411" y="377248"/>
                <a:ext cx="8664360" cy="628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MX" sz="36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 =          </m:t>
                    </m:r>
                    <m:sSub>
                      <m:sSub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MX" sz="36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       +     </m:t>
                    </m:r>
                    <m:sSub>
                      <m:sSub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MX" sz="36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+     </m:t>
                    </m:r>
                    <m:sSub>
                      <m:sSub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MX" sz="36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419" sz="3600" dirty="0"/>
                  <a:t>    </a:t>
                </a:r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3C243B3-399A-21E5-9CDC-2762382A5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411" y="377248"/>
                <a:ext cx="8664360" cy="6286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F8E1E40-D09D-6829-20A6-1B4AEAF556BC}"/>
                  </a:ext>
                </a:extLst>
              </p:cNvPr>
              <p:cNvSpPr txBox="1"/>
              <p:nvPr/>
            </p:nvSpPr>
            <p:spPr>
              <a:xfrm>
                <a:off x="2494453" y="3070858"/>
                <a:ext cx="8486426" cy="6230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MX" sz="36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 =          </m:t>
                    </m:r>
                    <m:sSub>
                      <m:sSub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MX" sz="36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       +     </m:t>
                    </m:r>
                    <m:sSub>
                      <m:sSub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MX" sz="36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+     </m:t>
                    </m:r>
                    <m:sSub>
                      <m:sSubPr>
                        <m:ctrlPr>
                          <a:rPr lang="es-MX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MX" sz="36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419" sz="3600" dirty="0"/>
                  <a:t>    </a:t>
                </a:r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F8E1E40-D09D-6829-20A6-1B4AEAF55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453" y="3070858"/>
                <a:ext cx="8486426" cy="6230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758D2FBA-6C4D-2C79-A1EB-2C59C7A2A72F}"/>
              </a:ext>
            </a:extLst>
          </p:cNvPr>
          <p:cNvSpPr txBox="1"/>
          <p:nvPr/>
        </p:nvSpPr>
        <p:spPr>
          <a:xfrm>
            <a:off x="4544798" y="5557204"/>
            <a:ext cx="1454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Low rank:</a:t>
            </a:r>
          </a:p>
          <a:p>
            <a:pPr algn="ctr"/>
            <a:endParaRPr lang="es-419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AB03FFEE-A1BD-2D74-0124-188D0FE91050}"/>
                  </a:ext>
                </a:extLst>
              </p:cNvPr>
              <p:cNvSpPr txBox="1"/>
              <p:nvPr/>
            </p:nvSpPr>
            <p:spPr>
              <a:xfrm>
                <a:off x="4286527" y="5971570"/>
                <a:ext cx="1914114" cy="5574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s-MX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MX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s-MX" sz="3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s-MX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es-MX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MX" sz="3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s-419" sz="3200" dirty="0"/>
              </a:p>
            </p:txBody>
          </p:sp>
        </mc:Choice>
        <mc:Fallback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AB03FFEE-A1BD-2D74-0124-188D0FE91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27" y="5971570"/>
                <a:ext cx="1914114" cy="5574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52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AEB6A617-2063-1132-0971-B0872847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2"/>
          <a:stretch>
            <a:fillRect/>
          </a:stretch>
        </p:blipFill>
        <p:spPr>
          <a:xfrm>
            <a:off x="4178967" y="1928603"/>
            <a:ext cx="5781229" cy="3000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6B4237B-1CDD-BB4B-3BE7-91DFC2371A55}"/>
                  </a:ext>
                </a:extLst>
              </p:cNvPr>
              <p:cNvSpPr txBox="1"/>
              <p:nvPr/>
            </p:nvSpPr>
            <p:spPr>
              <a:xfrm>
                <a:off x="2829990" y="2690336"/>
                <a:ext cx="1109150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419" sz="4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6B4237B-1CDD-BB4B-3BE7-91DFC2371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990" y="2690336"/>
                <a:ext cx="1109150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479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23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 Sanchez Gomez</dc:creator>
  <cp:lastModifiedBy>Jose A Sanchez Gomez</cp:lastModifiedBy>
  <cp:revision>4</cp:revision>
  <dcterms:created xsi:type="dcterms:W3CDTF">2026-01-21T01:49:41Z</dcterms:created>
  <dcterms:modified xsi:type="dcterms:W3CDTF">2026-01-22T05:45:17Z</dcterms:modified>
</cp:coreProperties>
</file>